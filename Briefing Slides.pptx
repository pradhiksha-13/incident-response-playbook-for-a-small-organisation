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fictional lab and the project question: how AI can help draft and stress-test an IR playbook. Emphasise: AI drafts, humans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that the five-phase model is a teaching simplification. NIST Rev 3 is the current official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verification: all three sources were opened and checked; CERT-In primary PDF should be opened by the student to confirm Annexure 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playbook. Show the 'Do not' lines - they are where AI drafts most often needed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real before/after findings from files 10 and 11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questions and a call to run the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for a Small College Lab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DBD2"/>
                </a:solidFill>
              </a:rPr>
              <a:t>Prepare - Detect - Contain - Recover - Review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0EA"/>
                </a:solidFill>
              </a:rPr>
              <a:t>Applied Data Lab, Greenfield Institute (fictional) | AI-assisted, human-verified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phases, one simple model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</a:rPr>
              <a:t>ADL (fictional) | Not legal advice | 2/6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Prepare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20240"/>
            <a:ext cx="1325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</a:rPr>
              <a:t>Roles, backups, MFA, contact tree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57400" y="12801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13716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Detect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1920240"/>
            <a:ext cx="1325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</a:rPr>
              <a:t>Note time, classify, severity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2801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0" y="13716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Contain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1920240"/>
            <a:ext cx="1325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</a:rPr>
              <a:t>Isolate, keep evidence, escalate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49240" y="12801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F4F7FA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0" y="13716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Recover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1920240"/>
            <a:ext cx="1325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</a:rPr>
              <a:t>Rebuild, restore, monitor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95160" y="128016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E3F2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13716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A5F"/>
                </a:solidFill>
              </a:rPr>
              <a:t>Review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1920240"/>
            <a:ext cx="1325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303C"/>
                </a:solidFill>
              </a:rPr>
              <a:t>Blameless review, 3 fixes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303C"/>
                </a:solidFill>
              </a:rPr>
              <a:t>Simplified from NIST SP 800-61 Rev. 3 (Apr 2025), which replaced Rev. 2 and maps IR to all six CSF 2.0 Functions.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sources and the 6-hour clock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</a:rPr>
              <a:t>ADL (fictional) | Not legal advice | 3/6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</a:rPr>
              <a:t>NIST SP 800-61 Rev. 3 - current IR guidance (finalised April 2025)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</a:rPr>
              <a:t>CERT-In Directions, 28 Apr 2022 - report listed incidents within 6 hours of noticing: incident@cert-in.org.in, 1800-11-4949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</a:rPr>
              <a:t>CISA Cyber Essentials - six elements incl. crisis response; practise your plan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22303C"/>
                </a:solidFill>
              </a:rPr>
              <a:t>Reportability is decided by Incident Lead + Institute IT/legal, never by AI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one-page playbooks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</a:rPr>
              <a:t>ADL (fictional) | Not legal advice | 4/6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2926080"/>
          </a:xfrm>
          <a:prstGeom prst="rect">
            <a:avLst/>
          </a:prstGeom>
          <a:solidFill>
            <a:srgbClr val="F4F7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10972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</a:rPr>
              <a:t>Lost laptop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031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</a:rPr>
              <a:t>Lock, revoke sessions, check encryption, wipe only with approval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06040" cy="2926080"/>
          </a:xfrm>
          <a:prstGeom prst="rect">
            <a:avLst/>
          </a:prstGeom>
          <a:solidFill>
            <a:srgbClr val="F4F7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188720"/>
            <a:ext cx="2606040" cy="10972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328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</a:rPr>
              <a:t>Malware alert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1031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</a:rPr>
              <a:t>Disconnect, keep evidence, never pay, rebuild from clean image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06040" cy="2926080"/>
          </a:xfrm>
          <a:prstGeom prst="rect">
            <a:avLst/>
          </a:prstGeom>
          <a:solidFill>
            <a:srgbClr val="F4F7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188720"/>
            <a:ext cx="2606040" cy="10972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7220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</a:rPr>
              <a:t>Account takeover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1031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3C"/>
                </a:solidFill>
              </a:rPr>
              <a:t>Reset on clean device, kill sessions, remove rules &amp; MFA devices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helped - and where it failed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</a:rPr>
              <a:t>ADL (fictional) | Not legal advice | 5/6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</a:rPr>
              <a:t>Helped: drafts, scenarios, quiz, adversarial 'what did we miss?' reviews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</a:rPr>
              <a:t>Risks tested: outdated NIST version, invented links, unsafe 'wipe now' advice, legal over-confidence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</a:rPr>
              <a:t>Controls: 2+ tools, primary-source check, human sign-off, draft-only automation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2303C"/>
                </a:solidFill>
              </a:rPr>
              <a:t>Automation: form to draft report in seconds - sent to Incident Lead only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next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</a:rPr>
              <a:t>ADL (fictional) | Not legal advice | 6/6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Print the checklist and contact tree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Test a backup restore this month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Turn on MFA for every staff and admin account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303C"/>
                </a:solidFill>
              </a:rPr>
              <a:t>Run the tabletop twice a year; take the 10-question quiz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b="1" dirty="0">
                <a:solidFill>
                  <a:srgbClr val="22303C"/>
                </a:solidFill>
              </a:rPr>
              <a:t>Ethics: fictional org only, no real breach data, AI does not replace professional or legal guidance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Response Briefing - ADL (fictional)</dc:title>
  <dc:subject>PptxGenJS Presentation</dc:subject>
  <dc:creator>PptxGenJS</dc:creator>
  <cp:lastModifiedBy>PptxGenJS</cp:lastModifiedBy>
  <cp:revision>1</cp:revision>
  <dcterms:created xsi:type="dcterms:W3CDTF">2026-10-24T12:49:03Z</dcterms:created>
  <dcterms:modified xsi:type="dcterms:W3CDTF">2026-10-24T12:49:03Z</dcterms:modified>
</cp:coreProperties>
</file>